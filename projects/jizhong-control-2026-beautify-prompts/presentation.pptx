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bede669af140d8" /><Relationship Type="http://schemas.openxmlformats.org/officeDocument/2006/relationships/extended-properties" Target="/docProps/app.xml" Id="R72d9f573bfee49f4" /><Relationship Type="http://schemas.openxmlformats.org/officeDocument/2006/relationships/officeDocument" Target="/ppt/presentation.xml" Id="R434e2acd01e049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654f81cb574ec6"/>
  </p:sldMasterIdLst>
  <p:notesMasterIdLst>
    <p:notesMasterId xmlns:r="http://schemas.openxmlformats.org/officeDocument/2006/relationships" r:id="Rff446c8d0dd84e12"/>
  </p:notesMasterIdLst>
  <p:sldIdLst>
    <p:sldId xmlns:r="http://schemas.openxmlformats.org/officeDocument/2006/relationships" id="256" r:id="Rf395258a2da84eb8"/>
    <p:sldId xmlns:r="http://schemas.openxmlformats.org/officeDocument/2006/relationships" id="257" r:id="Rd2a2da0718514180"/>
    <p:sldId xmlns:r="http://schemas.openxmlformats.org/officeDocument/2006/relationships" id="258" r:id="R05ab56dd5ef24009"/>
    <p:sldId xmlns:r="http://schemas.openxmlformats.org/officeDocument/2006/relationships" id="259" r:id="R3f260791db004b86"/>
    <p:sldId xmlns:r="http://schemas.openxmlformats.org/officeDocument/2006/relationships" id="260" r:id="Rff1ee7fc624346a1"/>
    <p:sldId xmlns:r="http://schemas.openxmlformats.org/officeDocument/2006/relationships" id="261" r:id="R081edf99b2824271"/>
    <p:sldId xmlns:r="http://schemas.openxmlformats.org/officeDocument/2006/relationships" id="262" r:id="Rf7cdf1d173a443f5"/>
    <p:sldId xmlns:r="http://schemas.openxmlformats.org/officeDocument/2006/relationships" id="263" r:id="R4591a88d6f3d4bf1"/>
    <p:sldId xmlns:r="http://schemas.openxmlformats.org/officeDocument/2006/relationships" id="264" r:id="Rc6cf8aaecf784f6c"/>
    <p:sldId xmlns:r="http://schemas.openxmlformats.org/officeDocument/2006/relationships" id="265" r:id="R2528489950624c16"/>
    <p:sldId xmlns:r="http://schemas.openxmlformats.org/officeDocument/2006/relationships" id="266" r:id="R08b77a8e3ccc4dc7"/>
    <p:sldId xmlns:r="http://schemas.openxmlformats.org/officeDocument/2006/relationships" id="267" r:id="R9f48383f3ea644d2"/>
    <p:sldId xmlns:r="http://schemas.openxmlformats.org/officeDocument/2006/relationships" id="268" r:id="R1e4475293729483a"/>
    <p:sldId xmlns:r="http://schemas.openxmlformats.org/officeDocument/2006/relationships" id="269" r:id="R46c6bbf9265843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b62e0f980a4a87" /><Relationship Type="http://schemas.openxmlformats.org/officeDocument/2006/relationships/slideMaster" Target="/ppt/slideMasters/slideMaster1.xml" Id="R8e654f81cb574ec6" /><Relationship Type="http://schemas.openxmlformats.org/officeDocument/2006/relationships/notesMaster" Target="/ppt/notesMasters/notesMaster1.xml" Id="Rff446c8d0dd84e12" /><Relationship Type="http://schemas.openxmlformats.org/officeDocument/2006/relationships/presProps" Target="/ppt/presProps.xml" Id="R1e52ee529e474aca" /><Relationship Type="http://schemas.openxmlformats.org/officeDocument/2006/relationships/tableStyles" Target="/ppt/tableStyles.xml" Id="Rf2eff05b38944538" /><Relationship Type="http://schemas.openxmlformats.org/officeDocument/2006/relationships/slide" Target="/ppt/slides/slide1.xml" Id="Rf395258a2da84eb8" /><Relationship Type="http://schemas.openxmlformats.org/officeDocument/2006/relationships/slide" Target="/ppt/slides/slide2.xml" Id="Rd2a2da0718514180" /><Relationship Type="http://schemas.openxmlformats.org/officeDocument/2006/relationships/slide" Target="/ppt/slides/slide3.xml" Id="R05ab56dd5ef24009" /><Relationship Type="http://schemas.openxmlformats.org/officeDocument/2006/relationships/slide" Target="/ppt/slides/slide4.xml" Id="R3f260791db004b86" /><Relationship Type="http://schemas.openxmlformats.org/officeDocument/2006/relationships/slide" Target="/ppt/slides/slide5.xml" Id="Rff1ee7fc624346a1" /><Relationship Type="http://schemas.openxmlformats.org/officeDocument/2006/relationships/slide" Target="/ppt/slides/slide6.xml" Id="R081edf99b2824271" /><Relationship Type="http://schemas.openxmlformats.org/officeDocument/2006/relationships/slide" Target="/ppt/slides/slide7.xml" Id="Rf7cdf1d173a443f5" /><Relationship Type="http://schemas.openxmlformats.org/officeDocument/2006/relationships/slide" Target="/ppt/slides/slide8.xml" Id="R4591a88d6f3d4bf1" /><Relationship Type="http://schemas.openxmlformats.org/officeDocument/2006/relationships/slide" Target="/ppt/slides/slide9.xml" Id="Rc6cf8aaecf784f6c" /><Relationship Type="http://schemas.openxmlformats.org/officeDocument/2006/relationships/slide" Target="/ppt/slides/slide10.xml" Id="R2528489950624c16" /><Relationship Type="http://schemas.openxmlformats.org/officeDocument/2006/relationships/slide" Target="/ppt/slides/slide11.xml" Id="R08b77a8e3ccc4dc7" /><Relationship Type="http://schemas.openxmlformats.org/officeDocument/2006/relationships/slide" Target="/ppt/slides/slide12.xml" Id="R9f48383f3ea644d2" /><Relationship Type="http://schemas.openxmlformats.org/officeDocument/2006/relationships/slide" Target="/ppt/slides/slide13.xml" Id="R1e4475293729483a" /><Relationship Type="http://schemas.openxmlformats.org/officeDocument/2006/relationships/slide" Target="/ppt/slides/slide14.xml" Id="R46c6bbf9265843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e9b0b04d6b44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d882ec81374c8c" /><Relationship Type="http://schemas.openxmlformats.org/officeDocument/2006/relationships/notesMaster" Target="/ppt/notesMasters/notesMaster1.xml" Id="Rb9e298114ef042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aa269598024b3c" /><Relationship Type="http://schemas.openxmlformats.org/officeDocument/2006/relationships/notesMaster" Target="/ppt/notesMasters/notesMaster1.xml" Id="R9e3648a0ca8f4d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fa026872d7404d" /><Relationship Type="http://schemas.openxmlformats.org/officeDocument/2006/relationships/notesMaster" Target="/ppt/notesMasters/notesMaster1.xml" Id="R3f2078d7e9f745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d63ff27bb2419f" /><Relationship Type="http://schemas.openxmlformats.org/officeDocument/2006/relationships/notesMaster" Target="/ppt/notesMasters/notesMaster1.xml" Id="R64d111412d5145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0175eca73a4a0f" /><Relationship Type="http://schemas.openxmlformats.org/officeDocument/2006/relationships/notesMaster" Target="/ppt/notesMasters/notesMaster1.xml" Id="R7fb8c71d15bd41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93dace62b74aca" /><Relationship Type="http://schemas.openxmlformats.org/officeDocument/2006/relationships/notesMaster" Target="/ppt/notesMasters/notesMaster1.xml" Id="R779d787b687049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20f473de17481f" /><Relationship Type="http://schemas.openxmlformats.org/officeDocument/2006/relationships/notesMaster" Target="/ppt/notesMasters/notesMaster1.xml" Id="Ref3c91e9e6834e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7ad8c3cbb142b9" /><Relationship Type="http://schemas.openxmlformats.org/officeDocument/2006/relationships/notesMaster" Target="/ppt/notesMasters/notesMaster1.xml" Id="Ra6b784ed287c46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60360ad91a4d2e" /><Relationship Type="http://schemas.openxmlformats.org/officeDocument/2006/relationships/notesMaster" Target="/ppt/notesMasters/notesMaster1.xml" Id="Rb5f47084bcd144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336dfeb40a4084" /><Relationship Type="http://schemas.openxmlformats.org/officeDocument/2006/relationships/notesMaster" Target="/ppt/notesMasters/notesMaster1.xml" Id="R2357bc40203149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c6586d89834be1" /><Relationship Type="http://schemas.openxmlformats.org/officeDocument/2006/relationships/notesMaster" Target="/ppt/notesMasters/notesMaster1.xml" Id="R655e7fe9fcd94d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9a987d53004482" /><Relationship Type="http://schemas.openxmlformats.org/officeDocument/2006/relationships/notesMaster" Target="/ppt/notesMasters/notesMaster1.xml" Id="R16a04112e91944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8b3ae285744c05" /><Relationship Type="http://schemas.openxmlformats.org/officeDocument/2006/relationships/notesMaster" Target="/ppt/notesMasters/notesMaster1.xml" Id="R68bebe0e43bb48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d3eeaf6ce04db7" /><Relationship Type="http://schemas.openxmlformats.org/officeDocument/2006/relationships/notesMaster" Target="/ppt/notesMasters/notesMaster1.xml" Id="R0a71698a7a194a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generated-previews/slide-01-preview.png</a:t>
            </a:r>
          </a:p>
          <a:p xmlns:a="http://schemas.openxmlformats.org/drawingml/2006/main">
            <a:r>
              <a:t>- Visual reference: source PPT slide 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generated-previews/slide-02-preview.png</a:t>
            </a:r>
          </a:p>
          <a:p xmlns:a="http://schemas.openxmlformats.org/drawingml/2006/main">
            <a:r>
              <a:t>- Visual reference: source PPT slide 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generated-previews/slide-03-preview.png</a:t>
            </a:r>
          </a:p>
          <a:p xmlns:a="http://schemas.openxmlformats.org/drawingml/2006/main">
            <a:r>
              <a:t>- Visual reference: source PPT slide 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generated-previews/slide-04-preview.png</a:t>
            </a:r>
          </a:p>
          <a:p xmlns:a="http://schemas.openxmlformats.org/drawingml/2006/main">
            <a:r>
              <a:t>- Visual reference: source PPT slide 04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generated-previews/slide-05-preview.png</a:t>
            </a:r>
          </a:p>
          <a:p xmlns:a="http://schemas.openxmlformats.org/drawingml/2006/main">
            <a:r>
              <a:t>- Visual reference: source PPT slide 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generated-previews/slide-06-preview.png</a:t>
            </a:r>
          </a:p>
          <a:p xmlns:a="http://schemas.openxmlformats.org/drawingml/2006/main">
            <a:r>
              <a:t>- Visual reference: source PPT slide 06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generated-previews/slide-07-preview.png</a:t>
            </a:r>
          </a:p>
          <a:p xmlns:a="http://schemas.openxmlformats.org/drawingml/2006/main">
            <a:r>
              <a:t>- Visual reference: source PPT slide 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generated-previews/slide-08-preview.png</a:t>
            </a:r>
          </a:p>
          <a:p xmlns:a="http://schemas.openxmlformats.org/drawingml/2006/main">
            <a:r>
              <a:t>- Visual reference: source PPT slide 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generated-previews/slide-09-preview.png</a:t>
            </a:r>
          </a:p>
          <a:p xmlns:a="http://schemas.openxmlformats.org/drawingml/2006/main">
            <a:r>
              <a:t>- Visual reference: source PPT slide 09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generated-previews/slide-10-preview.png</a:t>
            </a:r>
          </a:p>
          <a:p xmlns:a="http://schemas.openxmlformats.org/drawingml/2006/main">
            <a:r>
              <a:t>- Visual reference: source PPT slide 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generated-previews/slide-11-preview.png</a:t>
            </a:r>
          </a:p>
          <a:p xmlns:a="http://schemas.openxmlformats.org/drawingml/2006/main">
            <a:r>
              <a:t>- Visual reference: source PPT slide 11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generated-previews/slide-12-preview.png</a:t>
            </a:r>
          </a:p>
          <a:p xmlns:a="http://schemas.openxmlformats.org/drawingml/2006/main">
            <a:r>
              <a:t>- Visual reference: source PPT slide 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generated-previews/slide-13-preview.png</a:t>
            </a:r>
          </a:p>
          <a:p xmlns:a="http://schemas.openxmlformats.org/drawingml/2006/main">
            <a:r>
              <a:t>- Visual reference: source PPT slide 13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preview asset: generated-previews/slide-14-preview.png</a:t>
            </a:r>
          </a:p>
          <a:p xmlns:a="http://schemas.openxmlformats.org/drawingml/2006/main">
            <a:r>
              <a:t>- Visual reference: source PPT slide 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4b031165d4f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12693224bb45da" /><Relationship Type="http://schemas.openxmlformats.org/officeDocument/2006/relationships/slideLayout" Target="/ppt/slideLayouts/slideLayout1.xml" Id="R7e0f24ca9b1e4d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0f24ca9b1e4d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910a50e6546ed" /><Relationship Type="http://schemas.openxmlformats.org/officeDocument/2006/relationships/image" Target="/ppt/media/image.png" Id="R574e4abb58f14dea" /><Relationship Type="http://schemas.openxmlformats.org/officeDocument/2006/relationships/notesSlide" Target="/ppt/notesSlides/notesSlide1.xml" Id="R83ed748168804f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083654a0a40f2" /><Relationship Type="http://schemas.openxmlformats.org/officeDocument/2006/relationships/image" Target="/ppt/media/image2.png" Id="R2e458a6a570942b9" /><Relationship Type="http://schemas.openxmlformats.org/officeDocument/2006/relationships/notesSlide" Target="/ppt/notesSlides/notesSlide2.xml" Id="R85ca6a92e4be47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d2007eed44cdb" /><Relationship Type="http://schemas.openxmlformats.org/officeDocument/2006/relationships/image" Target="/ppt/media/image3.png" Id="Rc70b5fd4f5804793" /><Relationship Type="http://schemas.openxmlformats.org/officeDocument/2006/relationships/notesSlide" Target="/ppt/notesSlides/notesSlide3.xml" Id="Ra8aa1c8b1c7544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e98e7be8243aa" /><Relationship Type="http://schemas.openxmlformats.org/officeDocument/2006/relationships/image" Target="/ppt/media/image4.png" Id="R16b365f77a8d4b33" /><Relationship Type="http://schemas.openxmlformats.org/officeDocument/2006/relationships/notesSlide" Target="/ppt/notesSlides/notesSlide4.xml" Id="R630eff8af78c48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436c9e4a9434e" /><Relationship Type="http://schemas.openxmlformats.org/officeDocument/2006/relationships/image" Target="/ppt/media/image5.png" Id="R0edadac9cd7d48f6" /><Relationship Type="http://schemas.openxmlformats.org/officeDocument/2006/relationships/notesSlide" Target="/ppt/notesSlides/notesSlide5.xml" Id="R343c932752874a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7804f3b064671" /><Relationship Type="http://schemas.openxmlformats.org/officeDocument/2006/relationships/image" Target="/ppt/media/image6.png" Id="R59543a60d50546a3" /><Relationship Type="http://schemas.openxmlformats.org/officeDocument/2006/relationships/notesSlide" Target="/ppt/notesSlides/notesSlide6.xml" Id="R014c166fe86b40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d843ca71f4ead" /><Relationship Type="http://schemas.openxmlformats.org/officeDocument/2006/relationships/image" Target="/ppt/media/image7.png" Id="R5c1d39461c594194" /><Relationship Type="http://schemas.openxmlformats.org/officeDocument/2006/relationships/notesSlide" Target="/ppt/notesSlides/notesSlide7.xml" Id="R730ba0b9d53440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323a9d3ac49ca" /><Relationship Type="http://schemas.openxmlformats.org/officeDocument/2006/relationships/image" Target="/ppt/media/image8.png" Id="R2e01ce5501f44cfd" /><Relationship Type="http://schemas.openxmlformats.org/officeDocument/2006/relationships/notesSlide" Target="/ppt/notesSlides/notesSlide8.xml" Id="R6fdd763dbe2041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5ef88c3b145e5" /><Relationship Type="http://schemas.openxmlformats.org/officeDocument/2006/relationships/image" Target="/ppt/media/image9.png" Id="R6a3cb927b8db4fc3" /><Relationship Type="http://schemas.openxmlformats.org/officeDocument/2006/relationships/notesSlide" Target="/ppt/notesSlides/notesSlide9.xml" Id="R11c92366a53f47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3276750874c76" /><Relationship Type="http://schemas.openxmlformats.org/officeDocument/2006/relationships/image" Target="/ppt/media/image10.png" Id="R65243ead9f0b4d8a" /><Relationship Type="http://schemas.openxmlformats.org/officeDocument/2006/relationships/notesSlide" Target="/ppt/notesSlides/notesSlide10.xml" Id="R02506868a8b44b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5197d0b824561" /><Relationship Type="http://schemas.openxmlformats.org/officeDocument/2006/relationships/image" Target="/ppt/media/image11.png" Id="R33da099aaaba46b0" /><Relationship Type="http://schemas.openxmlformats.org/officeDocument/2006/relationships/notesSlide" Target="/ppt/notesSlides/notesSlide11.xml" Id="Rd57810d24eaf44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c4f9607704757" /><Relationship Type="http://schemas.openxmlformats.org/officeDocument/2006/relationships/image" Target="/ppt/media/image12.png" Id="Re0aad85a3d7d4508" /><Relationship Type="http://schemas.openxmlformats.org/officeDocument/2006/relationships/notesSlide" Target="/ppt/notesSlides/notesSlide12.xml" Id="R8ce91ac13d2447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a8c31e6ff4dc1" /><Relationship Type="http://schemas.openxmlformats.org/officeDocument/2006/relationships/image" Target="/ppt/media/image13.png" Id="R9f48fbdde6f543d7" /><Relationship Type="http://schemas.openxmlformats.org/officeDocument/2006/relationships/notesSlide" Target="/ppt/notesSlides/notesSlide13.xml" Id="R919beeb1374646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8a9c51da849cd" /><Relationship Type="http://schemas.openxmlformats.org/officeDocument/2006/relationships/image" Target="/ppt/media/image14.png" Id="R154bb277af8f452d" /><Relationship Type="http://schemas.openxmlformats.org/officeDocument/2006/relationships/notesSlide" Target="/ppt/notesSlides/notesSlide14.xml" Id="R7b1df6f9ea2a42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e4abb58f14d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3387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58a6a570942b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009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b5fd4f580479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6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365f77a8d4b3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84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adac9cd7d48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628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43a60d50546a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781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d39461c59419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82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1ce5501f44cf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589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cb927b8db4fc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721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43ead9f0b4d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616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a099aaaba46b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147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ad85a3d7d450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13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8fbdde6f543d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8288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bb277af8f452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85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2026-08-01T09:54:05.9480000Z</dcterms:created>
  <dcterms:modified xsi:type="dcterms:W3CDTF">2026-08-01T09:54:05.9480000Z</dcterms:modified>
</coreProperties>
</file>